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439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8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602" y="67"/>
      </p:cViewPr>
      <p:guideLst>
        <p:guide orient="horz" pos="328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87775" y="685800"/>
            <a:ext cx="24831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87575" y="685800"/>
            <a:ext cx="24828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11298"/>
            <a:ext cx="7044600" cy="416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752555"/>
            <a:ext cx="7044600" cy="16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365680"/>
            <a:ext cx="7044600" cy="17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03288"/>
            <a:ext cx="7044600" cy="11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39232"/>
            <a:ext cx="7044600" cy="69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03288"/>
            <a:ext cx="7044600" cy="11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39232"/>
            <a:ext cx="3306900" cy="69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39232"/>
            <a:ext cx="3306900" cy="69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03288"/>
            <a:ext cx="7044600" cy="11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27727"/>
            <a:ext cx="2321700" cy="153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20535"/>
            <a:ext cx="2321700" cy="6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13690"/>
            <a:ext cx="5264700" cy="83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54"/>
            <a:ext cx="3780000" cy="104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03032"/>
            <a:ext cx="3344400" cy="300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689531"/>
            <a:ext cx="3344400" cy="25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469689"/>
            <a:ext cx="3172200" cy="75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586994"/>
            <a:ext cx="4959600" cy="12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45153"/>
            <a:ext cx="7044600" cy="398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398217"/>
            <a:ext cx="7044600" cy="2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03288"/>
            <a:ext cx="70446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39232"/>
            <a:ext cx="7044600" cy="6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41692" y="5400089"/>
            <a:ext cx="553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916300" y="5386700"/>
            <a:ext cx="573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&lt;&lt;NOME DO IRMÃO&gt;&gt;</a:t>
            </a:r>
            <a:endParaRPr sz="2200"/>
          </a:p>
        </p:txBody>
      </p:sp>
      <p:sp>
        <p:nvSpPr>
          <p:cNvPr id="56" name="Google Shape;56;p13"/>
          <p:cNvSpPr txBox="1"/>
          <p:nvPr/>
        </p:nvSpPr>
        <p:spPr>
          <a:xfrm>
            <a:off x="682275" y="6409050"/>
            <a:ext cx="6180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&lt;&lt;SESSAO&gt;&gt;</a:t>
            </a:r>
            <a:endParaRPr sz="1900"/>
          </a:p>
        </p:txBody>
      </p:sp>
      <p:sp>
        <p:nvSpPr>
          <p:cNvPr id="57" name="Google Shape;57;p13"/>
          <p:cNvSpPr txBox="1"/>
          <p:nvPr/>
        </p:nvSpPr>
        <p:spPr>
          <a:xfrm>
            <a:off x="326475" y="10041250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&lt;&lt;EMAIL&gt;&gt;</a:t>
            </a:r>
            <a:endParaRPr sz="600"/>
          </a:p>
        </p:txBody>
      </p:sp>
      <p:sp>
        <p:nvSpPr>
          <p:cNvPr id="58" name="Google Shape;58;p13"/>
          <p:cNvSpPr txBox="1"/>
          <p:nvPr/>
        </p:nvSpPr>
        <p:spPr>
          <a:xfrm>
            <a:off x="6460500" y="10117450"/>
            <a:ext cx="5486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"/>
              <a:t>&lt;&lt;cell&gt;&gt;</a:t>
            </a:r>
            <a:endParaRPr sz="100"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9150" y="8256800"/>
            <a:ext cx="3022050" cy="1713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8097600" y="9037575"/>
            <a:ext cx="757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516750" y="8306875"/>
            <a:ext cx="2724600" cy="1192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1440450" y="8714200"/>
            <a:ext cx="531300" cy="132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3" title="Assinatura Ricar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4800" y="8306871"/>
            <a:ext cx="1335547" cy="11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2904300" y="9671375"/>
            <a:ext cx="1794600" cy="276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2605487" y="9378210"/>
            <a:ext cx="23487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434343"/>
                </a:solidFill>
              </a:rPr>
              <a:t>Jaime Caruso</a:t>
            </a:r>
            <a:endParaRPr sz="1800" b="1" dirty="0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434343"/>
                </a:solidFill>
              </a:rPr>
              <a:t>Venerável Mestre</a:t>
            </a:r>
            <a:endParaRPr b="1" dirty="0">
              <a:solidFill>
                <a:srgbClr val="434343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1421725" y="3074725"/>
            <a:ext cx="4682400" cy="357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3" title="rito de yor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3638" y="3074725"/>
            <a:ext cx="2253066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Personalizar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Luciano Olgado</cp:lastModifiedBy>
  <cp:revision>1</cp:revision>
  <dcterms:modified xsi:type="dcterms:W3CDTF">2026-07-05T13:53:39Z</dcterms:modified>
</cp:coreProperties>
</file>